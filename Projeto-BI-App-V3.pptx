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77222-FB28-1A78-B8E3-F6ED0BA24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6C6C2A-54E9-1749-8CF9-1B4E062BB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ED7DE7-158F-0438-E69C-B529F631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83ED55-242B-D664-9868-5BEB1BAB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0C6D14-3B52-290D-86DE-CD11E519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57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855EF-84CB-8F8D-24D5-46D25C67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F0B87-1654-3D67-D19A-1FDEAD60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FAAD49-1E8B-4E0A-5288-B7826E95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EFB9F4-5E77-0103-B891-A32DB757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5B896F-7E36-53F3-D401-FF305075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69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5F24-5430-824E-D1B1-394CF612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45F77D-A16F-E9CA-A814-C155CC6E8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650643-A0D7-5A82-5509-C3E81EE1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74ABA0-04D2-B178-FA5D-91B2F110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AA28B7-558A-B5D7-D5DA-9DAEB302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87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D06E0-AAD6-A00D-8238-211A886A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EF52A4-8369-770C-ED7D-05FA02D91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1D29E1-6F0D-21A2-AEB1-1890EDD60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2BDC3-6868-F7C4-3C53-719E89F6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28D4AC-878D-36A5-B407-DB1E96BA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157F39-062D-271E-04A8-082A0710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28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DC3DC-06EB-10F3-4876-A8AE8FCE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C1EA0F-854F-4BEF-7504-59786F995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FDA7E9-A93D-FFAA-1D7A-B9A823B9D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9DBEED-A048-A999-F309-64E41A20B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DC4192-231B-79B8-EAF6-B4FA03A0E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D85E98-2F06-CC58-235A-04A2958F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4D5F7F9-34FA-C1FA-C80C-98058225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A60CB6-33E6-E28A-336F-01CB1B70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03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5A9A2-F542-EF86-0EFD-395DA459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83D8F3-0019-1CE5-3F53-A4ABC487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2EC51-0145-6A9A-88F5-7DB04220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AEEFB49-82CB-2A12-3C3A-E6E93E90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62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581D47-185C-75D4-D78D-7018AA95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CD8ECE-6A9F-85E8-4747-1C02C41B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C3F633-0A85-E711-B33B-D0B2DE32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59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5C3E3-637D-52D5-90BB-BB382230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8C0E52-9CBA-092E-DDAE-78006F87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7788E8-C743-D748-F80C-30743F30A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621684-6476-A12C-B757-9A569187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648F5A-6B41-A686-DD94-6AB823DF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327AB8-7ADD-4E8C-0552-9FC49E95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54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99C8B-C1B3-8A7A-F8CE-C0042103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C3D678-9390-2F2D-5473-E0CE61BB9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8629DF-1409-5E88-9215-4879E39C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DEE398-7AEF-D2BF-5819-160F34DC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AA2D9-AD59-9866-785E-4A217F781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B294DC-5E4B-F6F7-9431-CF41EB84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649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932D1-7118-5A79-6149-5E7DAF75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64D1EF-29B1-52B2-1BD1-E948D3642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8ABA13-A124-359E-EE22-B04A774C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09CD19-3D0E-1A89-B7A8-D1DF2171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2A0CA2-5A17-72BF-D35E-FBCF9567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86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9C3AEA-45AA-7EE6-4241-C2094035F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7C71B3-CB1B-9D0A-4006-EC2F9E3E2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FE98B0-9036-E9B3-7E0C-E6F99C7D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3980B0-04C9-4A88-DA41-D5C0B089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2199CE-F83E-37E0-7A21-DCF0A05B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61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B654-870B-0821-E3E3-6C451A4C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66F91-2805-1EC9-D34A-9BD7F7D50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069C40-900E-47F9-FB62-CA9D4780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BB282-E70E-EEDE-C5C1-8B96CDC3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78F606-1B43-F095-0F12-9C6C68DB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50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42B3AF-5CEC-C83E-F85D-E255EFB6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972769-FF69-9B3E-DF3F-5C2EA1920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7EC37B-FE94-BB0F-2CE7-C97E269BC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2BBC5-D9F2-41F6-941F-D84ECC48A94C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4B290-6EEB-03E6-EB5F-05961FAA1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40ACE5-0192-4DE2-DBAC-B3AEE8B3C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CEA61-3189-47F6-9AA7-C6CAE2E683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43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C6B60-AA7B-9995-97C6-F649EAB3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Projeto BI App V3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0A0836-06D6-7070-1B6F-FE7210462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Gestão em Movimento — Plataforma de BI de Frota (Conlog/Ambev)</a:t>
            </a:r>
          </a:p>
          <a:p>
            <a:endParaRPr lang="pt-BR" sz="180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Repo GitHub: fortesindicadores-byte/gestao-em-movimento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No ar: fortesindicadores-byte.github.io/gestao-em-movimento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Painéis HTML autocontidos (sem framework/backend) + Chart.js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Handoff completo: HANDOFF.md no repositório</a:t>
            </a:r>
          </a:p>
        </p:txBody>
      </p:sp>
    </p:spTree>
    <p:extLst>
      <p:ext uri="{BB962C8B-B14F-4D97-AF65-F5344CB8AC3E}">
        <p14:creationId xmlns:p14="http://schemas.microsoft.com/office/powerpoint/2010/main" val="197918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5814-79DE-D91C-A5CC-515FCD65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Arquitetura e Fontes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E5D4F4-A5B0-D673-33C8-3E519B1A2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Google Sheets via gviz JSONP (filtrar planilha pesada com &amp;tq=)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Conlog via Supabase (tabela snapshot) — alimentada pelo loader (GitHub Actions, Prolog API)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Auth do hub via Supabase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Padrão visual: laranja #F97316, Montserrat, modo claro cinza translúcido</a:t>
            </a:r>
          </a:p>
        </p:txBody>
      </p:sp>
    </p:spTree>
    <p:extLst>
      <p:ext uri="{BB962C8B-B14F-4D97-AF65-F5344CB8AC3E}">
        <p14:creationId xmlns:p14="http://schemas.microsoft.com/office/powerpoint/2010/main" val="110701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1EB20-6482-0A53-B9E8-23AC6DE8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Painéis Ativos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D3892C-5A68-36A6-9461-F09DA56F4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Visão Financeira (referência de layout), Painel KM, Combustível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Disponibilidade, FCA, FCA Gerencial, Auditorias (Demarco &amp; DPO/VPO)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Painel Metas, Programa Reconhecimento, Diagnóstico, Resumo Executivo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Scorecard, Pneus (Conlog), Financeiro Pessoal</a:t>
            </a:r>
          </a:p>
        </p:txBody>
      </p:sp>
    </p:spTree>
    <p:extLst>
      <p:ext uri="{BB962C8B-B14F-4D97-AF65-F5344CB8AC3E}">
        <p14:creationId xmlns:p14="http://schemas.microsoft.com/office/powerpoint/2010/main" val="126946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46201-A7B1-4EE1-4B62-93E8B2BD4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Scorecard — Ranking por Unidade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DCB66E-7139-0CA4-8B29-19C2E5007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Entregue nesta fase</a:t>
            </a:r>
          </a:p>
          <a:p>
            <a:endParaRPr lang="pt-BR" sz="180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20 indicadores por unidade, respondendo ao filtro de unidade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Fontes: ICs do Gerot, FCA (Prazo/Conclusão), DPO/VPO, Financeiros, Pneus (Conlog)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Tabela de ranking ponderado (pesos aprovados, soma 100)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Score pintado por faixa; DPO cai p/ 2H25 quando sem 1H26</a:t>
            </a:r>
          </a:p>
        </p:txBody>
      </p:sp>
    </p:spTree>
    <p:extLst>
      <p:ext uri="{BB962C8B-B14F-4D97-AF65-F5344CB8AC3E}">
        <p14:creationId xmlns:p14="http://schemas.microsoft.com/office/powerpoint/2010/main" val="107890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E85E2-F281-DBB6-C4CB-2AA03540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Pneus — Previsão de Troca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B526FD-B8C9-6A42-DE03-D82F0121E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Km/dia agora vem do combustível: km da vigência / 25, média das vigências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Empilhadeira = 250; fallback modelo -&gt; unidade -&gt; odômetro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Alimenta Data Prevista, Recape em e previsão orçamentária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Gráfico estendido para 12 meses; laudo por eixo com regras de engenharia</a:t>
            </a:r>
          </a:p>
        </p:txBody>
      </p:sp>
    </p:spTree>
    <p:extLst>
      <p:ext uri="{BB962C8B-B14F-4D97-AF65-F5344CB8AC3E}">
        <p14:creationId xmlns:p14="http://schemas.microsoft.com/office/powerpoint/2010/main" val="377318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04C06-45AD-297B-1B4F-CC866F56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FCA de Teste (em desenvolvimento)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9CD80E-8007-5617-54FD-AAD40D93A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/fca-teste/ — unidade CGR</a:t>
            </a:r>
          </a:p>
          <a:p>
            <a:endParaRPr lang="pt-BR" sz="180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Fatos = indicadores com desvio (ICs, Disponibilidade, Consumo Km/L, financeiros DRE)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Desvio padrão: triângulo nominal + triângulo %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Por ação: Causa/Ação/Responsável/Prazo/Status; + adicionar ação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Status colorido (Concluída/Em andamento/Não iniciada/Cancelada). Hoje salva em localStorage</a:t>
            </a:r>
          </a:p>
        </p:txBody>
      </p:sp>
    </p:spTree>
    <p:extLst>
      <p:ext uri="{BB962C8B-B14F-4D97-AF65-F5344CB8AC3E}">
        <p14:creationId xmlns:p14="http://schemas.microsoft.com/office/powerpoint/2010/main" val="140148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7C6BC-13E4-EF20-2AED-EA663FD0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Pendências / Próximos Passos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EB471-A58D-C0AB-55CC-2CA5F65B1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Ligar o FCA no Supabase (gravar por unidade + alimentar o BI)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Validar no navegador: números por unidade do Scorecard e km do Pneus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SEGURANÇA: rotacionar a service_role do Conlog (apareceu em prints)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Não tocar no projeto FEMSA (repo separado)</a:t>
            </a:r>
          </a:p>
        </p:txBody>
      </p:sp>
    </p:spTree>
    <p:extLst>
      <p:ext uri="{BB962C8B-B14F-4D97-AF65-F5344CB8AC3E}">
        <p14:creationId xmlns:p14="http://schemas.microsoft.com/office/powerpoint/2010/main" val="316461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733DF-8916-24CF-0B34-E6368904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>
                <a:solidFill>
                  <a:srgbClr val="F97316"/>
                </a:solidFill>
                <a:latin typeface="Montserrat" panose="00000500000000000000" pitchFamily="2" charset="0"/>
              </a:rPr>
              <a:t>Como Continuar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36E8DB-0D0C-B2BF-FBC1-EEF978E0D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Em outra máquina / nova sessão</a:t>
            </a:r>
          </a:p>
          <a:p>
            <a:endParaRPr lang="pt-BR" sz="180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git clone do repositório (a nuvem do projeto)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Abrir HANDOFF.md + memórias no novo Claude p/ contexto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Editar e git push -&gt; deploy automático no GitHub Pages</a:t>
            </a:r>
          </a:p>
          <a:p>
            <a:r>
              <a:rPr lang="pt-BR" sz="1800">
                <a:solidFill>
                  <a:srgbClr val="FFFFFF"/>
                </a:solidFill>
                <a:latin typeface="Montserrat" panose="00000500000000000000" pitchFamily="2" charset="0"/>
              </a:rPr>
              <a:t>O histórico deste chat não migra; use o HANDOFF como ponto de partida</a:t>
            </a:r>
          </a:p>
        </p:txBody>
      </p:sp>
    </p:spTree>
    <p:extLst>
      <p:ext uri="{BB962C8B-B14F-4D97-AF65-F5344CB8AC3E}">
        <p14:creationId xmlns:p14="http://schemas.microsoft.com/office/powerpoint/2010/main" val="2330404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Montserrat</vt:lpstr>
      <vt:lpstr>Tema do Office</vt:lpstr>
      <vt:lpstr>Projeto BI App V3</vt:lpstr>
      <vt:lpstr>Arquitetura e Fontes</vt:lpstr>
      <vt:lpstr>Painéis Ativos</vt:lpstr>
      <vt:lpstr>Scorecard — Ranking por Unidade</vt:lpstr>
      <vt:lpstr>Pneus — Previsão de Troca</vt:lpstr>
      <vt:lpstr>FCA de Teste (em desenvolvimento)</vt:lpstr>
      <vt:lpstr>Pendências / Próximos Passos</vt:lpstr>
      <vt:lpstr>Como Continuar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Renan UP Consultoria</dc:creator>
  <cp:lastModifiedBy>Renan UP Consultoria</cp:lastModifiedBy>
  <cp:revision>1</cp:revision>
  <dcterms:created xsi:type="dcterms:W3CDTF">2026-06-21T23:51:07Z</dcterms:created>
  <dcterms:modified xsi:type="dcterms:W3CDTF">2026-06-21T23:51:07Z</dcterms:modified>
</cp:coreProperties>
</file>