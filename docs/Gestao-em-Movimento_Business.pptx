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310128"/>
            <a:ext cx="23774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4748B"/>
                </a:solidFill>
                <a:latin typeface="Montserrat"/>
              </a:rPr>
              <a:t>GESTÃO EM MOVIMENTO</a:t>
            </a:r>
          </a:p>
          <a:p>
            <a:r>
              <a:rPr sz="4200" b="1" i="0">
                <a:solidFill>
                  <a:srgbClr val="F1F5F9"/>
                </a:solidFill>
                <a:latin typeface="Montserrat"/>
              </a:rPr>
              <a:t>BI Frota — Visão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94A3B8"/>
                </a:solidFill>
                <a:latin typeface="Montserrat"/>
              </a:rPr>
              <a:t>O portal de indicadores e gestão de performance da frota: o que é, como opera e o valor que entrega.</a:t>
            </a:r>
          </a:p>
          <a:p>
            <a:r>
              <a:rPr sz="1200" b="1" i="0">
                <a:solidFill>
                  <a:srgbClr val="F97316"/>
                </a:solidFill>
                <a:latin typeface="Montserrat"/>
              </a:rPr>
              <a:t>Gestão em Movimento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Montserrat"/>
              </a:rPr>
              <a:t>Fortes Indicadores · BI Frota (Conlog/Ambev) ·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O problema que resolvemos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Indicadores dispersos: Looker Studio + dezenas de planilhas, cada área com um formato.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Sem padrão visual nem fonte única — o mesmo número aparecia diferente em lugares diferentes.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Desvio identificado ≠ desvio tratado: planos de ação viviam em planilhas soltas, sem dono, prazo ou acompanhamento.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Ferramentas pagas com limite de usuários/atualização; dependência de terceiros para manutenção.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Diretoria sem visão consolidada mensal por unidade (financeiro + operação + processos no mesmo lugar).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A solução — Gestão em Movimento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Um portal único, com login, para toda a gestão da frota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≈ 20 painéis ativos num só endereço, com login corporativo e acesso por perfil.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Dados lidos DIRETO das fontes (planilhas oficiais, sistemas) — sem retrabalho de carga manual.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Identidade visual única (dark/light), desktop e celular.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1" i="0">
                <a:solidFill>
                  <a:srgbClr val="F97316"/>
                </a:solidFill>
                <a:latin typeface="Montserrat"/>
              </a:rPr>
              <a:t>Não é só relatório: o portal também OPERA o processo — o FCA gera os desvios do mês e cobra causa, ação, responsável e prazo de cada unidade.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1" i="0">
                <a:solidFill>
                  <a:srgbClr val="3BB33B"/>
                </a:solidFill>
                <a:latin typeface="Montserrat"/>
              </a:rPr>
              <a:t>Custo de infraestrutura ≈ zero (hospedagem GitHub Pages + camadas gratuitas).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Mapa do portal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Painéis organizados por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FINANCEIRO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Visão Financeira (DRE)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Painel KM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R$/KM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OPERACIONAL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Disponibilidade · Ativação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Combustível (árvore, Km/L, R$/L, CO²)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Pneus (Conlog) · Termômetro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PROCESSOS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Gerot (RPM) · Auditorias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FCA + FCA Preenchimento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MPR (Monthly Performance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RESULTADOS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Programa de Reconhecimento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Aderência ao FCA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Painel de Metas · Scorecard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10896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PLANEJAMENTO &amp; VISÃO GERAL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Estratégia e Governança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Papéis e Responsabilidades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Diagnóstico · Resumo Executivo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08960"/>
            <a:ext cx="3566160" cy="146304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ADMINISTRAÇÃO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Gerenciar Acessos (aprovação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 usuários e perfis por unidade)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Montserrat"/>
              </a:rPr>
              <a:t>Acesso: fortesindicadores-byte.github.io/gestao-em-movimento — login individual; cada gestor de unidade enxerga a sua operação.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Enxergar o negócio — financeiro e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Visão Financeira (DRE): remunerado × realizado por conta, unidade, projeto e pacote — mês e YTD, com desvios em R$ e %.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Painel KM e R$/KM: quilometragem, dispersão e custo por km — onde a rodagem foge do contratado.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Combustível: árvore de custo que decompõe o desvio em preço (R$/L), consumo (Km/L) e dispersão de km.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Disponibilidade: uptime da frota, dias parados e indisponibilidade por unidade.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Pneus: saúde por eixo, milimetragem, previsão de troca e orçamento — dados do sistema Conlog atualizados automaticamente 2×/dia.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Medir performance — termômetro, MPR 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Termômetro: pontuação de conformidade por unidade e tier, quinzena a quinzena, com regras e pesos transparentes.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MPR (Monthly Performance Review): a mesa mensal de resultados —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cada indicador por GEO e unidade, meta (Plan) × realizado 2026, mês a mês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cores pelas regras oficiais de cada indicador (verde/amarelo/vermelho)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campos de Causa, Ação, Responsável e Prazo na própria tela da reunião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Scorecard e Programa de Reconhecimento: ranking ponderado das unidades — dá visibilidade e incentiva a ponta.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Aderência ao FCA: mede se os planos de ação estão sendo concluídos no prazo.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Tratar desvios — o ciclo FCA (Fato → Causa → Ação)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514600" cy="201168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1 · FATO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O sistema GERA sozinho os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desvios do mês fechado: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custos acima do remunerado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e indicadores abaixo da meta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27248" y="2468880"/>
            <a:ext cx="45720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600200"/>
            <a:ext cx="2514600" cy="201168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2 · CAUSA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 unidade explica o porquê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— com sugestões automáticas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(piores placas, dispersão…)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36208" y="2468880"/>
            <a:ext cx="45720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600200"/>
            <a:ext cx="2514600" cy="201168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3 · AÇÃO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Plano com responsável,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prazo e status — salvo na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nuvem e travado (auditável)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45168" y="2468880"/>
            <a:ext cx="457200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1600200"/>
            <a:ext cx="1783080" cy="201168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Montserrat"/>
              </a:rPr>
              <a:t>4 · GESTÃO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Kanban, consolidado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e aderência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por 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B33B"/>
                </a:solidFill>
                <a:latin typeface="Montserrat"/>
              </a:rPr>
              <a:t>O que muda na prática:</a:t>
            </a:r>
          </a:p>
          <a:p>
            <a:r>
              <a:rPr sz="1300" b="0" i="0">
                <a:solidFill>
                  <a:srgbClr val="94A3B8"/>
                </a:solidFill>
                <a:latin typeface="Montserrat"/>
              </a:rPr>
              <a:t>▪  Nenhum desvio relevante passa sem tratamento — a geração é automática, não depende de alguém lembrar.</a:t>
            </a:r>
          </a:p>
          <a:p>
            <a:r>
              <a:rPr sz="1300" b="0" i="0">
                <a:solidFill>
                  <a:srgbClr val="94A3B8"/>
                </a:solidFill>
                <a:latin typeface="Montserrat"/>
              </a:rPr>
              <a:t>▪  Cada ação tem dono e prazo; depois de salva, fica travada — o acompanhamento vira histórico auditável.</a:t>
            </a:r>
          </a:p>
          <a:p>
            <a:r>
              <a:rPr sz="1300" b="0" i="0">
                <a:solidFill>
                  <a:srgbClr val="94A3B8"/>
                </a:solidFill>
                <a:latin typeface="Montserrat"/>
              </a:rPr>
              <a:t>▪  A liderança acompanha tudo num Kanban consolidado e mede aderência (concluído × no prazo).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Farol da Frota — a foto de segunda</a:t>
            </a:r>
          </a:p>
          <a:p>
            <a:r>
              <a:rPr sz="1200" b="0" i="0">
                <a:solidFill>
                  <a:srgbClr val="94A3B8"/>
                </a:solidFill>
                <a:latin typeface="Montserrat"/>
              </a:rPr>
              <a:t>Cada gestor recebe seu retrato semanal por e-mail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Um raio-x semanal da frota, por unidade: custos, stress test, CIFV, preventivas, alinhamento, OSs, disponibilidade e pneus.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A foto é tirada toda segunda às 14h — o gestor recebe no e-mail, sem precisar entrar no portal.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Visão geral com Ranking das Unidades e Resumo Executivo: o que está bom, o que é crítico e os próximos passos.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0" i="0">
                <a:solidFill>
                  <a:srgbClr val="F1F5F9"/>
                </a:solidFill>
                <a:latin typeface="Montserrat"/>
              </a:rPr>
              <a:t>Liberação simples: no Gerenciar Acessos marca-se de quais unidades cada pessoa recebe o Farol.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Modelo operacional — a rotina do mês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03120" cy="21031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Montserrat"/>
              </a:rPr>
              <a:t>1 · FECHAMENTO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Mês fecha; bases oficiais atualizadas (DRE, RPM, termômetro)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0048" y="2697480"/>
            <a:ext cx="219456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828800"/>
            <a:ext cx="2103120" cy="21031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Montserrat"/>
              </a:rPr>
              <a:t>2 · GERAÇÃO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Admin clica 2 botões e o sistema cria todos os desvios do mês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8616" y="2697480"/>
            <a:ext cx="219456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828800"/>
            <a:ext cx="2103120" cy="21031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Montserrat"/>
              </a:rPr>
              <a:t>3 · TRATAMENTO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Cada unidade preenche causa, ação, responsável e prazo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87184" y="2697480"/>
            <a:ext cx="219456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828800"/>
            <a:ext cx="2103120" cy="21031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Montserrat"/>
              </a:rPr>
              <a:t>4 · REUNIÃO (MPR)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Resultados e planos revisados na mesa mensal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45752" y="2697480"/>
            <a:ext cx="219456" cy="292608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828800"/>
            <a:ext cx="2103120" cy="21031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Montserrat"/>
              </a:rPr>
              <a:t>5 · ACOMPANHAMENTO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Aderência, kanban e termômetro até o próximo ciclo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94A3B8"/>
                </a:solidFill>
                <a:latin typeface="Montserrat"/>
              </a:rPr>
              <a:t>Sem carga manual de dados, sem consolidação em Excel: o portal lê as fontes e conduz o processo.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Benefícios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14173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CUSTO ≈ ZERO DE INFRAESTRUTURA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Hospedagem e automações em camadas gratuitas;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sem licença por usuário (vs. ferramenta paga de BI)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14173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FONTE ÚNICA DA VERDADE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Mesmo número em todos os painéis;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planos de ação centralizados e auditáveis na nuvem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5394960" cy="14173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GOVERNANÇA E ACCOUNTABILITY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Cada desvio com dono, prazo e status;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aderência medida; ranking dá consequência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394960" cy="1417320"/>
          </a:xfrm>
          <a:prstGeom prst="roundRect">
            <a:avLst/>
          </a:prstGeom>
          <a:solidFill>
            <a:srgbClr val="141B26"/>
          </a:solidFill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BB33B"/>
                </a:solidFill>
                <a:latin typeface="Montserrat"/>
              </a:rPr>
              <a:t>AGILIDADE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Dados ao abrir a página (sem espera de carga);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94A3B8"/>
                </a:solidFill>
                <a:latin typeface="Montserrat"/>
              </a:rPr>
              <a:t>novos painéis em dias, sem depender de fornecedor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ontserrat"/>
              </a:rPr>
              <a:t>Substituição completa do Looker Studio concluída — com mais funcionalidades (preenchimento, kanban, travas, perfis).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Acesso e governança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Login individual (e-mail corporativo) com confirmação; recuperação de senha automática.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Perfil por unidade: o gestor de CGR só enxerga e edita CGR; admin enxerga tudo.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Aprovação de novos usuários centralizada no card “Gerenciar Acessos” (admin).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Ações do FCA travadas após salvar — histórico não pode ser reescrito (só acompanhamento evolui).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600" b="0" i="0">
                <a:solidFill>
                  <a:srgbClr val="F1F5F9"/>
                </a:solidFill>
                <a:latin typeface="Montserrat"/>
              </a:rPr>
              <a:t>Todo o código versionado (GitHub) — cada mudança tem autor, data e histórico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279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Montserrat"/>
              </a:rPr>
              <a:t>GESTÃO EM MOVIMENTO · BI FROTA</a:t>
            </a:r>
          </a:p>
          <a:p>
            <a:r>
              <a:rPr sz="2600" b="1" i="0">
                <a:solidFill>
                  <a:srgbClr val="F97316"/>
                </a:solidFill>
                <a:latin typeface="Montserrat"/>
              </a:rPr>
              <a:t>Roadmap sugerido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Curto prazo: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Mover os campos do MPR para a nuvem (hoje ficam no navegador de quem digita)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Aviso de “alterações não salvas” no FCA Preenchimento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Rotação de credencial pendente (integração Conlog) — higiene de segurança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Médio prazo: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Notificações (e-mail/WhatsApp) de prazo de ação vencendo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Completar painéis “Em breve” (R$/KM avançado, sub-hubs de clusters)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Trilha de auditoria de edições do FCA (quem alterou o quê)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▪  </a:t>
            </a:r>
            <a:r>
              <a:rPr sz="1500" b="1" i="0">
                <a:solidFill>
                  <a:srgbClr val="F97316"/>
                </a:solidFill>
                <a:latin typeface="Montserrat"/>
              </a:rPr>
              <a:t>Contínuo: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4748B"/>
                </a:solidFill>
                <a:latin typeface="Montserrat"/>
              </a:rPr>
              <a:t>      –  </a:t>
            </a:r>
            <a:r>
              <a:rPr sz="1350" b="0" i="0">
                <a:solidFill>
                  <a:srgbClr val="F1F5F9"/>
                </a:solidFill>
                <a:latin typeface="Montserrat"/>
              </a:rPr>
              <a:t>Absorção da manutenção pela TI com base na documentação técnica (DOCUMENTACAO-TI.md + deck técnico)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0"/>
            <a:ext cx="23774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1F5F9"/>
                </a:solidFill>
                <a:latin typeface="Montserrat"/>
              </a:rPr>
              <a:t>Gestão em Movimento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94A3B8"/>
                </a:solidFill>
                <a:latin typeface="Montserrat"/>
              </a:rPr>
              <a:t>Do indicador à ação — a gestão da frota inteira num só lugar.</a:t>
            </a:r>
          </a:p>
          <a:p>
            <a:r>
              <a:rPr sz="1400" b="1" i="0">
                <a:solidFill>
                  <a:srgbClr val="F97316"/>
                </a:solidFill>
                <a:latin typeface="Montserrat"/>
              </a:rPr>
              <a:t>fortesindicadores-byte.github.io/gestao-em-movimento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Montserrat"/>
              </a:rPr>
              <a:t>Visão Executiva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